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C76FF-878F-D47B-84D1-2E1866F1E316}" v="604" dt="2026-04-08T22:14:2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ias Recio Burgos" userId="e3f9e677e02f991b" providerId="Windows Live" clId="Web-{EEBC76FF-878F-D47B-84D1-2E1866F1E316}"/>
    <pc:docChg chg="addSld modSld sldOrd">
      <pc:chgData name="Isaias Recio Burgos" userId="e3f9e677e02f991b" providerId="Windows Live" clId="Web-{EEBC76FF-878F-D47B-84D1-2E1866F1E316}" dt="2026-04-08T22:14:20.981" v="605" actId="20577"/>
      <pc:docMkLst>
        <pc:docMk/>
      </pc:docMkLst>
      <pc:sldChg chg="addSp modSp">
        <pc:chgData name="Isaias Recio Burgos" userId="e3f9e677e02f991b" providerId="Windows Live" clId="Web-{EEBC76FF-878F-D47B-84D1-2E1866F1E316}" dt="2026-04-08T21:43:45.745" v="8" actId="20577"/>
        <pc:sldMkLst>
          <pc:docMk/>
          <pc:sldMk cId="2406273178" sldId="256"/>
        </pc:sldMkLst>
        <pc:spChg chg="add">
          <ac:chgData name="Isaias Recio Burgos" userId="e3f9e677e02f991b" providerId="Windows Live" clId="Web-{EEBC76FF-878F-D47B-84D1-2E1866F1E316}" dt="2026-04-08T21:43:07.604" v="0"/>
          <ac:spMkLst>
            <pc:docMk/>
            <pc:sldMk cId="2406273178" sldId="256"/>
            <ac:spMk id="4" creationId="{321B6BA5-16D2-7AAA-9E18-60D843FE4D5C}"/>
          </ac:spMkLst>
        </pc:spChg>
        <pc:spChg chg="add mod">
          <ac:chgData name="Isaias Recio Burgos" userId="e3f9e677e02f991b" providerId="Windows Live" clId="Web-{EEBC76FF-878F-D47B-84D1-2E1866F1E316}" dt="2026-04-08T21:43:45.745" v="8" actId="20577"/>
          <ac:spMkLst>
            <pc:docMk/>
            <pc:sldMk cId="2406273178" sldId="256"/>
            <ac:spMk id="5" creationId="{5A686645-1057-F870-9150-08651ED0EE5A}"/>
          </ac:spMkLst>
        </pc:spChg>
        <pc:picChg chg="add">
          <ac:chgData name="Isaias Recio Burgos" userId="e3f9e677e02f991b" providerId="Windows Live" clId="Web-{EEBC76FF-878F-D47B-84D1-2E1866F1E316}" dt="2026-04-08T21:43:07.604" v="0"/>
          <ac:picMkLst>
            <pc:docMk/>
            <pc:sldMk cId="2406273178" sldId="256"/>
            <ac:picMk id="6" creationId="{A4CF9ECD-6423-E2C7-BE7A-187189C1CEE1}"/>
          </ac:picMkLst>
        </pc:picChg>
        <pc:picChg chg="add">
          <ac:chgData name="Isaias Recio Burgos" userId="e3f9e677e02f991b" providerId="Windows Live" clId="Web-{EEBC76FF-878F-D47B-84D1-2E1866F1E316}" dt="2026-04-08T21:43:07.604" v="0"/>
          <ac:picMkLst>
            <pc:docMk/>
            <pc:sldMk cId="2406273178" sldId="256"/>
            <ac:picMk id="7" creationId="{ECB6CDCF-FB8E-0F2C-E728-CB1F45A8F275}"/>
          </ac:picMkLst>
        </pc:picChg>
      </pc:sldChg>
      <pc:sldChg chg="addSp modSp new mod setBg">
        <pc:chgData name="Isaias Recio Burgos" userId="e3f9e677e02f991b" providerId="Windows Live" clId="Web-{EEBC76FF-878F-D47B-84D1-2E1866F1E316}" dt="2026-04-08T21:48:22.922" v="112"/>
        <pc:sldMkLst>
          <pc:docMk/>
          <pc:sldMk cId="791720744" sldId="257"/>
        </pc:sldMkLst>
        <pc:spChg chg="mo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2" creationId="{58490248-6BA9-2C85-5FA4-3F51CC0B8987}"/>
          </ac:spMkLst>
        </pc:spChg>
        <pc:spChg chg="mo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3" creationId="{2DCA22FA-E198-2640-E12E-2F320943F41C}"/>
          </ac:spMkLst>
        </pc:spChg>
        <pc:spChg chg="ad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9" creationId="{665DBBEF-238B-476B-96AB-8AAC3224ECEA}"/>
          </ac:spMkLst>
        </pc:spChg>
        <pc:spChg chg="ad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11" creationId="{3FCFB1DE-0B7E-48CC-BA90-B2AB0889F9D6}"/>
          </ac:spMkLst>
        </pc:spChg>
        <pc:picChg chg="add mod">
          <ac:chgData name="Isaias Recio Burgos" userId="e3f9e677e02f991b" providerId="Windows Live" clId="Web-{EEBC76FF-878F-D47B-84D1-2E1866F1E316}" dt="2026-04-08T21:48:22.922" v="112"/>
          <ac:picMkLst>
            <pc:docMk/>
            <pc:sldMk cId="791720744" sldId="257"/>
            <ac:picMk id="4" creationId="{DBF52D59-5459-FCA1-44C3-827A450B3CC2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1:51:50.722" v="163" actId="20577"/>
        <pc:sldMkLst>
          <pc:docMk/>
          <pc:sldMk cId="1785396244" sldId="258"/>
        </pc:sldMkLst>
        <pc:spChg chg="mod">
          <ac:chgData name="Isaias Recio Burgos" userId="e3f9e677e02f991b" providerId="Windows Live" clId="Web-{EEBC76FF-878F-D47B-84D1-2E1866F1E316}" dt="2026-04-08T21:51:50.722" v="163" actId="20577"/>
          <ac:spMkLst>
            <pc:docMk/>
            <pc:sldMk cId="1785396244" sldId="258"/>
            <ac:spMk id="2" creationId="{8B5E5773-9F24-71D3-E668-F0BB89F83428}"/>
          </ac:spMkLst>
        </pc:spChg>
        <pc:spChg chg="mo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3" creationId="{0CDA1F1F-2BC5-AE74-9C9D-0A4DC313472F}"/>
          </ac:spMkLst>
        </pc:spChg>
        <pc:spChg chg="add del">
          <ac:chgData name="Isaias Recio Burgos" userId="e3f9e677e02f991b" providerId="Windows Live" clId="Web-{EEBC76FF-878F-D47B-84D1-2E1866F1E316}" dt="2026-04-08T21:51:32.362" v="161"/>
          <ac:spMkLst>
            <pc:docMk/>
            <pc:sldMk cId="1785396244" sldId="258"/>
            <ac:spMk id="9" creationId="{665DBBEF-238B-476B-96AB-8AAC3224ECEA}"/>
          </ac:spMkLst>
        </pc:spChg>
        <pc:spChg chg="add del">
          <ac:chgData name="Isaias Recio Burgos" userId="e3f9e677e02f991b" providerId="Windows Live" clId="Web-{EEBC76FF-878F-D47B-84D1-2E1866F1E316}" dt="2026-04-08T21:51:32.362" v="161"/>
          <ac:spMkLst>
            <pc:docMk/>
            <pc:sldMk cId="1785396244" sldId="258"/>
            <ac:spMk id="11" creationId="{3FCFB1DE-0B7E-48CC-BA90-B2AB0889F9D6}"/>
          </ac:spMkLst>
        </pc:spChg>
        <pc:spChg chg="ad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13" creationId="{3C54F4CE-85F0-46ED-80DA-9518C9251AD1}"/>
          </ac:spMkLst>
        </pc:spChg>
        <pc:spChg chg="ad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14" creationId="{DADD1FCA-8ACB-4958-81DD-4CDD6D3E1921}"/>
          </ac:spMkLst>
        </pc:spChg>
        <pc:picChg chg="add mod">
          <ac:chgData name="Isaias Recio Burgos" userId="e3f9e677e02f991b" providerId="Windows Live" clId="Web-{EEBC76FF-878F-D47B-84D1-2E1866F1E316}" dt="2026-04-08T21:51:32.377" v="162"/>
          <ac:picMkLst>
            <pc:docMk/>
            <pc:sldMk cId="1785396244" sldId="258"/>
            <ac:picMk id="4" creationId="{A08F44BC-B695-4D4A-31DF-531E0D80539D}"/>
          </ac:picMkLst>
        </pc:picChg>
      </pc:sldChg>
      <pc:sldChg chg="addSp modSp new mod setBg">
        <pc:chgData name="Isaias Recio Burgos" userId="e3f9e677e02f991b" providerId="Windows Live" clId="Web-{EEBC76FF-878F-D47B-84D1-2E1866F1E316}" dt="2026-04-08T21:56:32.375" v="270"/>
        <pc:sldMkLst>
          <pc:docMk/>
          <pc:sldMk cId="2409804333" sldId="259"/>
        </pc:sldMkLst>
        <pc:spChg chg="mo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2" creationId="{4E789B42-31C2-3C9A-B5C1-489E4592C3F8}"/>
          </ac:spMkLst>
        </pc:spChg>
        <pc:spChg chg="mo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3" creationId="{113E6990-9EDC-9811-F38F-4C0FE148855F}"/>
          </ac:spMkLst>
        </pc:spChg>
        <pc:spChg chg="ad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9" creationId="{F13C74B1-5B17-4795-BED0-7140497B445A}"/>
          </ac:spMkLst>
        </pc:spChg>
        <pc:spChg chg="ad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11" creationId="{D4974D33-8DC5-464E-8C6D-BE58F0669C17}"/>
          </ac:spMkLst>
        </pc:spChg>
        <pc:picChg chg="add mod">
          <ac:chgData name="Isaias Recio Burgos" userId="e3f9e677e02f991b" providerId="Windows Live" clId="Web-{EEBC76FF-878F-D47B-84D1-2E1866F1E316}" dt="2026-04-08T21:56:32.375" v="270"/>
          <ac:picMkLst>
            <pc:docMk/>
            <pc:sldMk cId="2409804333" sldId="259"/>
            <ac:picMk id="4" creationId="{DFA4E7F0-E2FE-3EE6-7F5C-E1E0CF8A512A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2:07:28.508" v="401" actId="1076"/>
        <pc:sldMkLst>
          <pc:docMk/>
          <pc:sldMk cId="1050926190" sldId="260"/>
        </pc:sldMkLst>
        <pc:spChg chg="mo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2" creationId="{AD090E73-B3A5-244B-4727-6F6809558426}"/>
          </ac:spMkLst>
        </pc:spChg>
        <pc:spChg chg="mod">
          <ac:chgData name="Isaias Recio Burgos" userId="e3f9e677e02f991b" providerId="Windows Live" clId="Web-{EEBC76FF-878F-D47B-84D1-2E1866F1E316}" dt="2026-04-08T22:07:15.148" v="400" actId="20577"/>
          <ac:spMkLst>
            <pc:docMk/>
            <pc:sldMk cId="1050926190" sldId="260"/>
            <ac:spMk id="3" creationId="{92B578FB-C33D-E290-3CB4-4047D25532BD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9" creationId="{7FF47CB7-972F-479F-A36D-9E72D26EC8DA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1" creationId="{0D153B68-5844-490D-8E67-F616D6D721CA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3" creationId="{9A0D773F-7A7D-4DBB-9DEA-86BB8B8F4BC8}"/>
          </ac:spMkLst>
        </pc:spChg>
        <pc:spChg chg="ad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8" creationId="{352BEC0E-22F8-46D0-9632-375DB541B06C}"/>
          </ac:spMkLst>
        </pc:spChg>
        <pc:spChg chg="ad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20" creationId="{3FCFB1DE-0B7E-48CC-BA90-B2AB0889F9D6}"/>
          </ac:spMkLst>
        </pc:spChg>
        <pc:picChg chg="add mod">
          <ac:chgData name="Isaias Recio Burgos" userId="e3f9e677e02f991b" providerId="Windows Live" clId="Web-{EEBC76FF-878F-D47B-84D1-2E1866F1E316}" dt="2026-04-08T22:06:21.127" v="398" actId="1076"/>
          <ac:picMkLst>
            <pc:docMk/>
            <pc:sldMk cId="1050926190" sldId="260"/>
            <ac:picMk id="4" creationId="{CF0830EA-7605-B5A4-CAF6-05AD5CE6E160}"/>
          </ac:picMkLst>
        </pc:picChg>
        <pc:picChg chg="add del mod">
          <ac:chgData name="Isaias Recio Burgos" userId="e3f9e677e02f991b" providerId="Windows Live" clId="Web-{EEBC76FF-878F-D47B-84D1-2E1866F1E316}" dt="2026-04-08T22:05:56.577" v="395"/>
          <ac:picMkLst>
            <pc:docMk/>
            <pc:sldMk cId="1050926190" sldId="260"/>
            <ac:picMk id="5" creationId="{B1A44BBC-B6DF-1F78-3666-4FDDDE8329D6}"/>
          </ac:picMkLst>
        </pc:picChg>
        <pc:picChg chg="add mod">
          <ac:chgData name="Isaias Recio Burgos" userId="e3f9e677e02f991b" providerId="Windows Live" clId="Web-{EEBC76FF-878F-D47B-84D1-2E1866F1E316}" dt="2026-04-08T22:07:28.508" v="401" actId="1076"/>
          <ac:picMkLst>
            <pc:docMk/>
            <pc:sldMk cId="1050926190" sldId="260"/>
            <ac:picMk id="6" creationId="{9DA33693-B32B-1EED-24A2-FDA610D2919C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2:09:32.939" v="470"/>
        <pc:sldMkLst>
          <pc:docMk/>
          <pc:sldMk cId="651542652" sldId="261"/>
        </pc:sldMkLst>
        <pc:spChg chg="mo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2" creationId="{8A122104-05CF-331A-D92E-D58F1F2274CD}"/>
          </ac:spMkLst>
        </pc:spChg>
        <pc:spChg chg="mo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3" creationId="{DC86A857-938C-704C-3E87-304EF473F47B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9" creationId="{A8384FB5-9ADC-4DDC-881B-597D56F5B15D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1" creationId="{91E5A9A7-95C6-4F4F-B00E-C82E07FE62EF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3" creationId="{D07DD2DE-F619-49DD-B5E7-03A290FF4ED1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5" creationId="{85149191-5F60-4A28-AAFF-039F96B0F3EC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7" creationId="{F8260ED5-17F7-4158-B241-D51DD4CF1B7E}"/>
          </ac:spMkLst>
        </pc:spChg>
        <pc:spChg chg="ad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19" creationId="{2B97F24A-32CE-4C1C-A50D-3016B394DCFB}"/>
          </ac:spMkLst>
        </pc:spChg>
        <pc:spChg chg="ad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20" creationId="{CD8B4F24-440B-49E9-B85D-733523DC064B}"/>
          </ac:spMkLst>
        </pc:spChg>
        <pc:picChg chg="add mod">
          <ac:chgData name="Isaias Recio Burgos" userId="e3f9e677e02f991b" providerId="Windows Live" clId="Web-{EEBC76FF-878F-D47B-84D1-2E1866F1E316}" dt="2026-04-08T22:09:32.939" v="470"/>
          <ac:picMkLst>
            <pc:docMk/>
            <pc:sldMk cId="651542652" sldId="261"/>
            <ac:picMk id="4" creationId="{0C196B8E-6429-574E-3346-19A1B41610C1}"/>
          </ac:picMkLst>
        </pc:picChg>
      </pc:sldChg>
      <pc:sldChg chg="modSp new ord">
        <pc:chgData name="Isaias Recio Burgos" userId="e3f9e677e02f991b" providerId="Windows Live" clId="Web-{EEBC76FF-878F-D47B-84D1-2E1866F1E316}" dt="2026-04-08T22:14:20.981" v="605" actId="20577"/>
        <pc:sldMkLst>
          <pc:docMk/>
          <pc:sldMk cId="2811433046" sldId="262"/>
        </pc:sldMkLst>
        <pc:spChg chg="mod">
          <ac:chgData name="Isaias Recio Burgos" userId="e3f9e677e02f991b" providerId="Windows Live" clId="Web-{EEBC76FF-878F-D47B-84D1-2E1866F1E316}" dt="2026-04-08T22:13:23.604" v="566" actId="20577"/>
          <ac:spMkLst>
            <pc:docMk/>
            <pc:sldMk cId="2811433046" sldId="262"/>
            <ac:spMk id="2" creationId="{4C627AF2-3867-B78F-B506-CDABE642F69B}"/>
          </ac:spMkLst>
        </pc:spChg>
        <pc:spChg chg="mod">
          <ac:chgData name="Isaias Recio Burgos" userId="e3f9e677e02f991b" providerId="Windows Live" clId="Web-{EEBC76FF-878F-D47B-84D1-2E1866F1E316}" dt="2026-04-08T22:14:20.981" v="605" actId="20577"/>
          <ac:spMkLst>
            <pc:docMk/>
            <pc:sldMk cId="2811433046" sldId="262"/>
            <ac:spMk id="3" creationId="{37C8C8AC-9A33-057E-38B6-38C3251E76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Google Shape;84;p13">
            <a:extLst>
              <a:ext uri="{FF2B5EF4-FFF2-40B4-BE49-F238E27FC236}">
                <a16:creationId xmlns:a16="http://schemas.microsoft.com/office/drawing/2014/main" id="{321B6BA5-16D2-7AAA-9E18-60D843FE4D5C}"/>
              </a:ext>
            </a:extLst>
          </p:cNvPr>
          <p:cNvSpPr txBox="1">
            <a:spLocks noGrp="1"/>
          </p:cNvSpPr>
          <p:nvPr/>
        </p:nvSpPr>
        <p:spPr>
          <a:xfrm>
            <a:off x="796700" y="2253425"/>
            <a:ext cx="108099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lang="es-DO" sz="3600" b="1">
                <a:latin typeface="Verdana"/>
                <a:ea typeface="Verdana"/>
                <a:cs typeface="Verdana"/>
                <a:sym typeface="Verdana"/>
              </a:rPr>
              <a:t>Técnico en Ciberseguridad</a:t>
            </a:r>
            <a:endParaRPr sz="3600"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5A686645-1057-F870-9150-08651ED0EE5A}"/>
              </a:ext>
            </a:extLst>
          </p:cNvPr>
          <p:cNvSpPr txBox="1">
            <a:spLocks noGrp="1"/>
          </p:cNvSpPr>
          <p:nvPr/>
        </p:nvSpPr>
        <p:spPr>
          <a:xfrm>
            <a:off x="439100" y="3500528"/>
            <a:ext cx="11525100" cy="28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s-DO" b="1" dirty="0" err="1">
                <a:latin typeface="Verdana"/>
                <a:ea typeface="Verdana"/>
                <a:cs typeface="Verdana"/>
                <a:sym typeface="Verdana"/>
              </a:rPr>
              <a:t>Tecnico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TECNICO EN 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Participante: ISAIAS RECIO BURGOS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Kevin Feliz Henríquez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Nombre del Módulo: FUNDAMENTOS DE CIBERSEGURIDAD</a:t>
            </a:r>
            <a:endParaRPr lang="es-DO">
              <a:latin typeface="Verdana"/>
              <a:ea typeface="Verdana"/>
              <a:cs typeface="Verdana"/>
            </a:endParaRP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Nombre </a:t>
            </a:r>
            <a:r>
              <a:rPr lang="es-DO" b="1">
                <a:latin typeface="Verdana"/>
                <a:ea typeface="Verdana"/>
                <a:cs typeface="Verdana"/>
                <a:sym typeface="Verdana"/>
              </a:rPr>
              <a:t>Actividad: RETO 2 OFUSCACION</a:t>
            </a:r>
            <a:endParaRPr lang="es-DO" dirty="0">
              <a:latin typeface="Verdana"/>
              <a:ea typeface="Verdana"/>
              <a:cs typeface="Verdana"/>
            </a:endParaRPr>
          </a:p>
          <a:p>
            <a:pPr marL="0" indent="0" algn="l"/>
            <a:r>
              <a:rPr lang="en-US" b="1">
                <a:latin typeface="Verdana"/>
                <a:ea typeface="Verdana"/>
                <a:cs typeface="Verdana"/>
              </a:rPr>
              <a:t>Centro: CIBERCLASS</a:t>
            </a:r>
            <a:endParaRPr b="1">
              <a:latin typeface="Verdana"/>
              <a:ea typeface="Verdana"/>
              <a:cs typeface="Verdana"/>
            </a:endParaRPr>
          </a:p>
          <a:p>
            <a:pPr marL="0" indent="0" algn="l"/>
            <a:r>
              <a:rPr lang="es-DO" b="1" dirty="0" err="1">
                <a:latin typeface="Verdana"/>
                <a:ea typeface="Verdana"/>
                <a:cs typeface="Verdana"/>
              </a:rPr>
              <a:t>Descripcion</a:t>
            </a:r>
            <a:r>
              <a:rPr lang="es-DO" b="1" dirty="0">
                <a:latin typeface="Verdana"/>
                <a:ea typeface="Verdana"/>
                <a:cs typeface="Verdana"/>
              </a:rPr>
              <a:t>: 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SEGUNDA ACTIVIDAD, VULNERAR USUARIO Y CONTRASEÑA.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endParaRPr lang="es-DO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 dirty="0">
              <a:latin typeface="Verdana"/>
              <a:ea typeface="Verdana"/>
              <a:cs typeface="Verdana"/>
            </a:endParaRPr>
          </a:p>
        </p:txBody>
      </p:sp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A4CF9ECD-6423-E2C7-BE7A-187189C1CEE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1400" y="661300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ECB6CDCF-FB8E-0F2C-E728-CB1F45A8F2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975" y="1555475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490248-6BA9-2C85-5FA4-3F51CC0B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742950" indent="-742950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uno: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CA22FA-E198-2640-E12E-2F320943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Accedemos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la web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vamos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vulnerar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BF52D59-5459-FCA1-44C3-827A450B3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64712"/>
            <a:ext cx="7214616" cy="55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2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5E5773-9F24-71D3-E668-F0BB89F8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 Paso dos: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A1F1F-2BC5-AE74-9C9D-0A4DC3134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Intentamos acceder con usuarios y contraseñas genéricas: </a:t>
            </a:r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08F44BC-B695-4D4A-31DF-531E0D80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130553"/>
            <a:ext cx="5708649" cy="456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9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789B42-31C2-3C9A-B5C1-489E4592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/>
              <a:t>Paso tres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3E6990-9EDC-9811-F38F-4C0FE1488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200"/>
              <a:t>Damos clic derecho y le damos a la opción de inspeccionar o simplemente le damos a </a:t>
            </a:r>
            <a:r>
              <a:rPr lang="es-ES" sz="2200" b="1"/>
              <a:t>F12:</a:t>
            </a:r>
          </a:p>
        </p:txBody>
      </p:sp>
      <p:pic>
        <p:nvPicPr>
          <p:cNvPr id="4" name="Imagen 3" descr="Captura de pantalla con la imagen de una pantalla&#10;&#10;El contenido generado por IA puede ser incorrecto.">
            <a:extLst>
              <a:ext uri="{FF2B5EF4-FFF2-40B4-BE49-F238E27FC236}">
                <a16:creationId xmlns:a16="http://schemas.microsoft.com/office/drawing/2014/main" id="{DFA4E7F0-E2FE-3EE6-7F5C-E1E0CF8A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6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9804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90E73-B3A5-244B-4727-6F680955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PASO CUATRO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B578FB-C33D-E290-3CB4-4047D2553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sz="2200" dirty="0"/>
              <a:t>Buscamos la pestaña de </a:t>
            </a:r>
            <a:r>
              <a:rPr lang="es-ES" sz="2200" dirty="0" err="1"/>
              <a:t>console</a:t>
            </a:r>
            <a:r>
              <a:rPr lang="es-ES" sz="2200" dirty="0"/>
              <a:t> y escribimos {</a:t>
            </a:r>
            <a:r>
              <a:rPr lang="es-ES" sz="2200" dirty="0">
                <a:ea typeface="+mn-lt"/>
                <a:cs typeface="+mn-lt"/>
              </a:rPr>
              <a:t>console.log(_0x1a2b)</a:t>
            </a:r>
            <a:r>
              <a:rPr lang="es-ES" sz="2200" dirty="0"/>
              <a:t>} donde nos </a:t>
            </a:r>
            <a:r>
              <a:rPr lang="es-ES" sz="2200" dirty="0" err="1"/>
              <a:t>aparecera</a:t>
            </a:r>
            <a:r>
              <a:rPr lang="es-ES" sz="2200" dirty="0"/>
              <a:t> el usuario y la contraseña:</a:t>
            </a:r>
          </a:p>
          <a:p>
            <a:endParaRPr lang="es-ES" sz="2200" dirty="0"/>
          </a:p>
          <a:p>
            <a:endParaRPr lang="es-ES" sz="2200" dirty="0"/>
          </a:p>
          <a:p>
            <a:endParaRPr lang="es-ES" sz="2200" dirty="0"/>
          </a:p>
          <a:p>
            <a:endParaRPr lang="es-ES" sz="2200" dirty="0"/>
          </a:p>
          <a:p>
            <a:endParaRPr lang="es-ES" sz="2200" dirty="0"/>
          </a:p>
          <a:p>
            <a:r>
              <a:rPr lang="es-ES" sz="2200" dirty="0"/>
              <a:t>Contraseña ob</a:t>
            </a:r>
            <a:r>
              <a:rPr lang="es-ES" sz="2200"/>
              <a:t>tenida </a:t>
            </a:r>
            <a:endParaRPr lang="es-ES" sz="2200" dirty="0"/>
          </a:p>
        </p:txBody>
      </p:sp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CF0830EA-7605-B5A4-CAF6-05AD5CE6E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" y="3693225"/>
            <a:ext cx="4014216" cy="17662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DA33693-B32B-1EED-24A2-FDA610D2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64" y="6193815"/>
            <a:ext cx="30194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2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122104-05CF-331A-D92E-D58F1F22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5400"/>
              <a:t>Paso final: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86A857-938C-704C-3E87-304EF473F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200"/>
              <a:t>Agregamos el usuario y la contraseña y vemos que tenemos acceso: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196B8E-6429-574E-3346-19A1B416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47" y="640080"/>
            <a:ext cx="676101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42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27AF2-3867-B78F-B506-CDABE642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Aprendizaje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C8C8AC-9A33-057E-38B6-38C3251E7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Utilización  de F12</a:t>
            </a:r>
          </a:p>
          <a:p>
            <a:r>
              <a:rPr lang="es-ES" dirty="0"/>
              <a:t>Ver </a:t>
            </a:r>
            <a:r>
              <a:rPr lang="es-ES"/>
              <a:t>vulnerabilidades de diseño de pagina </a:t>
            </a:r>
          </a:p>
          <a:p>
            <a:r>
              <a:rPr lang="es-ES" dirty="0"/>
              <a:t>Entrar a la </a:t>
            </a:r>
            <a:r>
              <a:rPr lang="es-ES"/>
              <a:t>página</a:t>
            </a:r>
            <a:r>
              <a:rPr lang="es-ES" dirty="0"/>
              <a:t> fuente</a:t>
            </a:r>
          </a:p>
          <a:p>
            <a:r>
              <a:rPr lang="es-ES"/>
              <a:t>Buscar en la consola 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1433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Paso uno:</vt:lpstr>
      <vt:lpstr> Paso dos:</vt:lpstr>
      <vt:lpstr>Paso tres</vt:lpstr>
      <vt:lpstr>PASO CUATRO</vt:lpstr>
      <vt:lpstr>Paso final:</vt:lpstr>
      <vt:lpstr>Aprendizaje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2012-07-30T22:48:03Z</dcterms:created>
  <dcterms:modified xsi:type="dcterms:W3CDTF">2026-04-08T22:14:22Z</dcterms:modified>
</cp:coreProperties>
</file>